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FC69E6-4886-48DE-A96C-1CA50DEB18FF}" v="2" dt="2026-09-09T07:56:16.2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גרשון בר-און" userId="6b1e1d3b57c3fa23" providerId="LiveId" clId="{E222F02F-B8D4-45D2-9AEB-22289AAEE8BA}"/>
    <pc:docChg chg="custSel modSld">
      <pc:chgData name="גרשון בר-און" userId="6b1e1d3b57c3fa23" providerId="LiveId" clId="{E222F02F-B8D4-45D2-9AEB-22289AAEE8BA}" dt="2026-09-09T07:56:54.502" v="127" actId="1076"/>
      <pc:docMkLst>
        <pc:docMk/>
      </pc:docMkLst>
      <pc:sldChg chg="addSp modSp mod">
        <pc:chgData name="גרשון בר-און" userId="6b1e1d3b57c3fa23" providerId="LiveId" clId="{E222F02F-B8D4-45D2-9AEB-22289AAEE8BA}" dt="2026-09-09T07:56:54.502" v="127" actId="1076"/>
        <pc:sldMkLst>
          <pc:docMk/>
          <pc:sldMk cId="1834255989" sldId="256"/>
        </pc:sldMkLst>
        <pc:spChg chg="mod">
          <ac:chgData name="גרשון בר-און" userId="6b1e1d3b57c3fa23" providerId="LiveId" clId="{E222F02F-B8D4-45D2-9AEB-22289AAEE8BA}" dt="2026-09-09T07:56:42.029" v="125" actId="20577"/>
          <ac:spMkLst>
            <pc:docMk/>
            <pc:sldMk cId="1834255989" sldId="256"/>
            <ac:spMk id="4" creationId="{70D33271-ED08-0BD7-3360-FABDF15D7DFB}"/>
          </ac:spMkLst>
        </pc:spChg>
        <pc:spChg chg="mod">
          <ac:chgData name="גרשון בר-און" userId="6b1e1d3b57c3fa23" providerId="LiveId" clId="{E222F02F-B8D4-45D2-9AEB-22289AAEE8BA}" dt="2026-09-09T07:55:34.095" v="112"/>
          <ac:spMkLst>
            <pc:docMk/>
            <pc:sldMk cId="1834255989" sldId="256"/>
            <ac:spMk id="5" creationId="{E9776E09-8CE8-E334-6571-81043E5718B4}"/>
          </ac:spMkLst>
        </pc:spChg>
        <pc:spChg chg="add mod">
          <ac:chgData name="גרשון בר-און" userId="6b1e1d3b57c3fa23" providerId="LiveId" clId="{E222F02F-B8D4-45D2-9AEB-22289AAEE8BA}" dt="2026-09-09T07:55:36.733" v="113" actId="1076"/>
          <ac:spMkLst>
            <pc:docMk/>
            <pc:sldMk cId="1834255989" sldId="256"/>
            <ac:spMk id="18" creationId="{5C42D0B9-356A-259D-F2B6-9074BC62766B}"/>
          </ac:spMkLst>
        </pc:spChg>
        <pc:spChg chg="add mod">
          <ac:chgData name="גרשון בר-און" userId="6b1e1d3b57c3fa23" providerId="LiveId" clId="{E222F02F-B8D4-45D2-9AEB-22289AAEE8BA}" dt="2026-09-09T07:55:36.733" v="113" actId="1076"/>
          <ac:spMkLst>
            <pc:docMk/>
            <pc:sldMk cId="1834255989" sldId="256"/>
            <ac:spMk id="20" creationId="{9C1A2889-BD91-F88C-D094-FC411380BC7B}"/>
          </ac:spMkLst>
        </pc:spChg>
        <pc:spChg chg="add mod">
          <ac:chgData name="גרשון בר-און" userId="6b1e1d3b57c3fa23" providerId="LiveId" clId="{E222F02F-B8D4-45D2-9AEB-22289AAEE8BA}" dt="2026-09-09T07:55:36.733" v="113" actId="1076"/>
          <ac:spMkLst>
            <pc:docMk/>
            <pc:sldMk cId="1834255989" sldId="256"/>
            <ac:spMk id="22" creationId="{5787F407-6A7A-9ABF-210F-C276A5DAB98C}"/>
          </ac:spMkLst>
        </pc:spChg>
        <pc:spChg chg="mod">
          <ac:chgData name="גרשון בר-און" userId="6b1e1d3b57c3fa23" providerId="LiveId" clId="{E222F02F-B8D4-45D2-9AEB-22289AAEE8BA}" dt="2026-09-09T07:56:05.962" v="118" actId="1076"/>
          <ac:spMkLst>
            <pc:docMk/>
            <pc:sldMk cId="1834255989" sldId="256"/>
            <ac:spMk id="62" creationId="{A7E91C1C-E0D6-9793-6144-DF74F91C8C78}"/>
          </ac:spMkLst>
        </pc:spChg>
        <pc:spChg chg="mod">
          <ac:chgData name="גרשון בר-און" userId="6b1e1d3b57c3fa23" providerId="LiveId" clId="{E222F02F-B8D4-45D2-9AEB-22289AAEE8BA}" dt="2026-09-09T07:56:54.502" v="127" actId="1076"/>
          <ac:spMkLst>
            <pc:docMk/>
            <pc:sldMk cId="1834255989" sldId="256"/>
            <ac:spMk id="64" creationId="{33672C3C-96C8-9476-5FC8-C9AD48C37A74}"/>
          </ac:spMkLst>
        </pc:spChg>
        <pc:spChg chg="mod">
          <ac:chgData name="גרשון בר-און" userId="6b1e1d3b57c3fa23" providerId="LiveId" clId="{E222F02F-B8D4-45D2-9AEB-22289AAEE8BA}" dt="2026-09-09T07:56:50.500" v="126" actId="1076"/>
          <ac:spMkLst>
            <pc:docMk/>
            <pc:sldMk cId="1834255989" sldId="256"/>
            <ac:spMk id="69" creationId="{8C79D2C8-B790-159C-EF8D-329BFFF4FB00}"/>
          </ac:spMkLst>
        </pc:spChg>
        <pc:grpChg chg="add mod">
          <ac:chgData name="גרשון בר-און" userId="6b1e1d3b57c3fa23" providerId="LiveId" clId="{E222F02F-B8D4-45D2-9AEB-22289AAEE8BA}" dt="2026-09-09T07:55:36.733" v="113" actId="1076"/>
          <ac:grpSpMkLst>
            <pc:docMk/>
            <pc:sldMk cId="1834255989" sldId="256"/>
            <ac:grpSpMk id="3" creationId="{8792AEE2-1BCC-E66E-DBFC-C7A6CBA05D31}"/>
          </ac:grpSpMkLst>
        </pc:grpChg>
        <pc:grpChg chg="mod">
          <ac:chgData name="גרשון בר-און" userId="6b1e1d3b57c3fa23" providerId="LiveId" clId="{E222F02F-B8D4-45D2-9AEB-22289AAEE8BA}" dt="2026-09-09T07:55:12.194" v="110" actId="688"/>
          <ac:grpSpMkLst>
            <pc:docMk/>
            <pc:sldMk cId="1834255989" sldId="256"/>
            <ac:grpSpMk id="13" creationId="{2BEA42AB-D682-79C0-6B43-F6B62893B0BC}"/>
          </ac:grpSpMkLst>
        </pc:grpChg>
        <pc:picChg chg="add mod">
          <ac:chgData name="גרשון בר-און" userId="6b1e1d3b57c3fa23" providerId="LiveId" clId="{E222F02F-B8D4-45D2-9AEB-22289AAEE8BA}" dt="2026-09-09T07:55:36.733" v="113" actId="1076"/>
          <ac:picMkLst>
            <pc:docMk/>
            <pc:sldMk cId="1834255989" sldId="256"/>
            <ac:picMk id="6" creationId="{2D40853F-A186-6AA8-C057-265140E8D43F}"/>
          </ac:picMkLst>
        </pc:picChg>
        <pc:picChg chg="mod">
          <ac:chgData name="גרשון בר-און" userId="6b1e1d3b57c3fa23" providerId="LiveId" clId="{E222F02F-B8D4-45D2-9AEB-22289AAEE8BA}" dt="2026-09-09T07:55:43.091" v="114" actId="1076"/>
          <ac:picMkLst>
            <pc:docMk/>
            <pc:sldMk cId="1834255989" sldId="256"/>
            <ac:picMk id="39" creationId="{FC1B13D6-D98B-1ACE-1EA4-35219A274A45}"/>
          </ac:picMkLst>
        </pc:picChg>
        <pc:picChg chg="mod">
          <ac:chgData name="גרשון בר-און" userId="6b1e1d3b57c3fa23" providerId="LiveId" clId="{E222F02F-B8D4-45D2-9AEB-22289AAEE8BA}" dt="2026-09-09T07:56:31.980" v="123" actId="1076"/>
          <ac:picMkLst>
            <pc:docMk/>
            <pc:sldMk cId="1834255989" sldId="256"/>
            <ac:picMk id="51" creationId="{8EDB7ACA-641A-8759-95CC-5A9581B4F3CF}"/>
          </ac:picMkLst>
        </pc:picChg>
        <pc:cxnChg chg="add mod">
          <ac:chgData name="גרשון בר-און" userId="6b1e1d3b57c3fa23" providerId="LiveId" clId="{E222F02F-B8D4-45D2-9AEB-22289AAEE8BA}" dt="2026-09-09T07:55:36.733" v="113" actId="1076"/>
          <ac:cxnSpMkLst>
            <pc:docMk/>
            <pc:sldMk cId="1834255989" sldId="256"/>
            <ac:cxnSpMk id="16" creationId="{A18E8366-A8AB-A856-BA5C-A2DEC6B3C19F}"/>
          </ac:cxnSpMkLst>
        </pc:cxnChg>
        <pc:cxnChg chg="mod">
          <ac:chgData name="גרשון בר-און" userId="6b1e1d3b57c3fa23" providerId="LiveId" clId="{E222F02F-B8D4-45D2-9AEB-22289AAEE8BA}" dt="2026-09-09T07:55:59.852" v="117" actId="14100"/>
          <ac:cxnSpMkLst>
            <pc:docMk/>
            <pc:sldMk cId="1834255989" sldId="256"/>
            <ac:cxnSpMk id="21" creationId="{E5445721-D8E2-A866-B21A-EC4F0534F858}"/>
          </ac:cxnSpMkLst>
        </pc:cxnChg>
        <pc:cxnChg chg="add mod">
          <ac:chgData name="גרשון בר-און" userId="6b1e1d3b57c3fa23" providerId="LiveId" clId="{E222F02F-B8D4-45D2-9AEB-22289AAEE8BA}" dt="2026-09-09T07:56:28.925" v="122" actId="14100"/>
          <ac:cxnSpMkLst>
            <pc:docMk/>
            <pc:sldMk cId="1834255989" sldId="256"/>
            <ac:cxnSpMk id="26" creationId="{EF2E58F7-7C0C-7826-A06E-10E110D57906}"/>
          </ac:cxnSpMkLst>
        </pc:cxnChg>
        <pc:cxnChg chg="mod">
          <ac:chgData name="גרשון בר-און" userId="6b1e1d3b57c3fa23" providerId="LiveId" clId="{E222F02F-B8D4-45D2-9AEB-22289AAEE8BA}" dt="2026-09-09T07:55:21.989" v="111" actId="14100"/>
          <ac:cxnSpMkLst>
            <pc:docMk/>
            <pc:sldMk cId="1834255989" sldId="256"/>
            <ac:cxnSpMk id="47" creationId="{8E793151-5DD0-77BC-C409-EA02BCD6DD6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A8031A2-D62F-493C-3F74-E19D9F104C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71E56206-1DCC-9E96-EC7E-7B326DD6F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D1B3AE7-C98C-7202-E52C-D2153E642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E84A-A06F-4E7A-A424-2A95E74E9C77}" type="datetimeFigureOut">
              <a:rPr lang="he-IL" smtClean="0"/>
              <a:t>כ"ז/אלול/תשפ"ו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3992F82-8644-C349-0C88-336EE0999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5C30B59-ED32-AC2F-F5E2-408002CCF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567B4-2797-442A-A26C-3E86C7EAC52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02875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C15ED38-43F5-DC34-D5FF-C23E892C0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4906AF0-428C-EC17-C4E6-488002FC0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5737B8A-ADA3-F9EA-4BB6-B0117A4D5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E84A-A06F-4E7A-A424-2A95E74E9C77}" type="datetimeFigureOut">
              <a:rPr lang="he-IL" smtClean="0"/>
              <a:t>כ"ז/אלול/תשפ"ו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D868931-06A4-A415-7728-F9BB95EB5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A32070C-7F54-43DB-477D-A5626A933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567B4-2797-442A-A26C-3E86C7EAC52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1115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303D5B3-C9C7-0EA6-1FB6-9E034751E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64DC1A7-9503-21C7-8830-E855E7A3E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CD00227-7578-0FC2-1641-4017A1712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E84A-A06F-4E7A-A424-2A95E74E9C77}" type="datetimeFigureOut">
              <a:rPr lang="he-IL" smtClean="0"/>
              <a:t>כ"ז/אלול/תשפ"ו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D2F48A1-C7AB-317C-0C22-1C464AC3B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F7C7CB9-E314-0152-A3D1-4F90D3CEE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567B4-2797-442A-A26C-3E86C7EAC52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16756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2714B71-B755-C20A-B523-2D68830A1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D1F672C-FBB8-180D-AD6F-DE18226D99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0338C562-BAD3-3F8E-36BB-EDB2D2580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6C4F0C8-9244-8431-EC70-CDDEFD77B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E84A-A06F-4E7A-A424-2A95E74E9C77}" type="datetimeFigureOut">
              <a:rPr lang="he-IL" smtClean="0"/>
              <a:t>כ"ז/אלול/תשפ"ו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EB6A78FB-4F1D-EB64-404E-B038E093C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B1831D5-AB51-1514-CEFC-AA43CFB87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567B4-2797-442A-A26C-3E86C7EAC52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82960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73D0339-9B37-4677-49F2-E6B975BEE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370FAC0-BE4D-9A0C-5455-10AAD7B8B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B4B54F24-BF8B-A466-D818-7B8FAA0389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BBB766BC-867E-081D-71F3-DCCEDAA1BB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AF8C7831-A011-06AA-756A-1439BA671C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4AC46AE6-33E2-8334-96AA-F3CCBD6EB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E84A-A06F-4E7A-A424-2A95E74E9C77}" type="datetimeFigureOut">
              <a:rPr lang="he-IL" smtClean="0"/>
              <a:t>כ"ז/אלול/תשפ"ו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E26BF88E-62C1-AD65-B5B0-BB96DE0C5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51534C7E-17ED-2C3C-21EA-6A87A773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567B4-2797-442A-A26C-3E86C7EAC52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89835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8D414C6-5F64-BF19-896F-B76EFBA5F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D6EF31ED-95DC-F25A-F6FA-8E8A0E417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E84A-A06F-4E7A-A424-2A95E74E9C77}" type="datetimeFigureOut">
              <a:rPr lang="he-IL" smtClean="0"/>
              <a:t>כ"ז/אלול/תשפ"ו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04729AE6-7A6C-256E-74BC-281AF5AED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BF8C14F-AFDF-A248-307E-CC252D12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567B4-2797-442A-A26C-3E86C7EAC52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1797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C9349E68-0E5C-26E9-D9E7-09C2D9DAE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E84A-A06F-4E7A-A424-2A95E74E9C77}" type="datetimeFigureOut">
              <a:rPr lang="he-IL" smtClean="0"/>
              <a:t>כ"ז/אלול/תשפ"ו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D06BA4F4-2BE8-E715-69A5-581E814F0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4DE0B2EF-9615-9818-A950-7A34C3360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567B4-2797-442A-A26C-3E86C7EAC52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5423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F9BD855-D6B8-616B-DEF7-34D95CBAF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45802FD-C7CD-A2B1-49BC-EF5C2E0A8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FD4F9014-4617-E1D6-1F1A-CCD24265CB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31596A2A-81F0-980C-C833-F36753479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E84A-A06F-4E7A-A424-2A95E74E9C77}" type="datetimeFigureOut">
              <a:rPr lang="he-IL" smtClean="0"/>
              <a:t>כ"ז/אלול/תשפ"ו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7F657272-136B-E8D9-E599-08539949D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61480DB-F321-DF9A-8429-CA57CFBDF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567B4-2797-442A-A26C-3E86C7EAC52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4611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E8BBFE8-E1D7-939C-1B77-C215EC1B8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BB273AF-363D-19E1-4124-AC31DDAD0C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F17EDDF-9D95-9C08-E212-F8A7ED5AC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D1BB676-DD75-2499-E0CA-EC48EEF8B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E84A-A06F-4E7A-A424-2A95E74E9C77}" type="datetimeFigureOut">
              <a:rPr lang="he-IL" smtClean="0"/>
              <a:t>כ"ז/אלול/תשפ"ו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1350FEC-12AB-0C79-BCFF-4E4DF546B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ACE0047-FD12-9C90-0F1E-BB30B5520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567B4-2797-442A-A26C-3E86C7EAC52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81524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902A6FB-18A8-3C94-9EBB-7051236DD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78B5C9E1-9C20-D063-7A29-59475DD183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F00F473-6A6D-FAD5-4622-6A6BD15A9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E84A-A06F-4E7A-A424-2A95E74E9C77}" type="datetimeFigureOut">
              <a:rPr lang="he-IL" smtClean="0"/>
              <a:t>כ"ז/אלול/תשפ"ו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D8C1977-7C9D-4E61-2CD6-C28352211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DD024B9-9B0E-2C3D-7191-475DBF4E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567B4-2797-442A-A26C-3E86C7EAC52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0187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3E03310E-06DA-DFBB-28DB-0413F97659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E29E4492-2EBE-0C86-BD57-97BAB599C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53B422A-9E6D-2383-AF75-542334CD9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E84A-A06F-4E7A-A424-2A95E74E9C77}" type="datetimeFigureOut">
              <a:rPr lang="he-IL" smtClean="0"/>
              <a:t>כ"ז/אלול/תשפ"ו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AC049FE-0C1A-A9C5-4AF4-92FEC8FE3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DE59A02-1432-4BED-C208-ABC6173A4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567B4-2797-442A-A26C-3E86C7EAC52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73597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ACE15667-3A76-9819-6361-7FA9E59B9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F7EBD91-B1DC-18D1-0D1C-00A76FB80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F778B54-AA86-8E08-9E39-963E7862A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35E84A-A06F-4E7A-A424-2A95E74E9C77}" type="datetimeFigureOut">
              <a:rPr lang="he-IL" smtClean="0"/>
              <a:t>כ"ז/אלול/תשפ"ו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B1F679B-5CF0-DBBE-478F-A278456F64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5D8D72B-AE8C-F84C-FA6F-CA8AF54813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2567B4-2797-442A-A26C-3E86C7EAC52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6138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קבוצה 8">
            <a:extLst>
              <a:ext uri="{FF2B5EF4-FFF2-40B4-BE49-F238E27FC236}">
                <a16:creationId xmlns:a16="http://schemas.microsoft.com/office/drawing/2014/main" id="{6C407342-0D7B-14A8-B548-99F8C52CC6E4}"/>
              </a:ext>
            </a:extLst>
          </p:cNvPr>
          <p:cNvGrpSpPr/>
          <p:nvPr/>
        </p:nvGrpSpPr>
        <p:grpSpPr>
          <a:xfrm rot="5400000">
            <a:off x="3005479" y="914799"/>
            <a:ext cx="1328058" cy="642257"/>
            <a:chOff x="3222171" y="1360714"/>
            <a:chExt cx="1883228" cy="1034143"/>
          </a:xfrm>
        </p:grpSpPr>
        <p:sp>
          <p:nvSpPr>
            <p:cNvPr id="7" name="מלבן: פינות מעוגלות 6">
              <a:extLst>
                <a:ext uri="{FF2B5EF4-FFF2-40B4-BE49-F238E27FC236}">
                  <a16:creationId xmlns:a16="http://schemas.microsoft.com/office/drawing/2014/main" id="{091A5115-46D3-1A5D-147B-2E91FD32A1F2}"/>
                </a:ext>
              </a:extLst>
            </p:cNvPr>
            <p:cNvSpPr/>
            <p:nvPr/>
          </p:nvSpPr>
          <p:spPr>
            <a:xfrm>
              <a:off x="3222171" y="1360714"/>
              <a:ext cx="1415143" cy="1034143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dirty="0"/>
                <a:t>1</a:t>
              </a:r>
            </a:p>
          </p:txBody>
        </p:sp>
        <p:sp>
          <p:nvSpPr>
            <p:cNvPr id="8" name="טרפז 7">
              <a:extLst>
                <a:ext uri="{FF2B5EF4-FFF2-40B4-BE49-F238E27FC236}">
                  <a16:creationId xmlns:a16="http://schemas.microsoft.com/office/drawing/2014/main" id="{AE106949-8E03-1E0B-8EB8-82CB3EB7302A}"/>
                </a:ext>
              </a:extLst>
            </p:cNvPr>
            <p:cNvSpPr/>
            <p:nvPr/>
          </p:nvSpPr>
          <p:spPr>
            <a:xfrm rot="16200000">
              <a:off x="4487636" y="1643742"/>
              <a:ext cx="767441" cy="468085"/>
            </a:xfrm>
            <a:prstGeom prst="trapezoid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grpSp>
        <p:nvGrpSpPr>
          <p:cNvPr id="10" name="קבוצה 9">
            <a:extLst>
              <a:ext uri="{FF2B5EF4-FFF2-40B4-BE49-F238E27FC236}">
                <a16:creationId xmlns:a16="http://schemas.microsoft.com/office/drawing/2014/main" id="{F471EE95-DBFE-D159-881D-2EDE1DC897B9}"/>
              </a:ext>
            </a:extLst>
          </p:cNvPr>
          <p:cNvGrpSpPr/>
          <p:nvPr/>
        </p:nvGrpSpPr>
        <p:grpSpPr>
          <a:xfrm rot="10800000" flipV="1">
            <a:off x="6482912" y="2977493"/>
            <a:ext cx="1328058" cy="642257"/>
            <a:chOff x="3222171" y="1360714"/>
            <a:chExt cx="1883228" cy="1034143"/>
          </a:xfrm>
        </p:grpSpPr>
        <p:sp>
          <p:nvSpPr>
            <p:cNvPr id="11" name="מלבן: פינות מעוגלות 10">
              <a:extLst>
                <a:ext uri="{FF2B5EF4-FFF2-40B4-BE49-F238E27FC236}">
                  <a16:creationId xmlns:a16="http://schemas.microsoft.com/office/drawing/2014/main" id="{C4EB4D42-FB82-1B7A-5BAA-0D82B150D1CA}"/>
                </a:ext>
              </a:extLst>
            </p:cNvPr>
            <p:cNvSpPr/>
            <p:nvPr/>
          </p:nvSpPr>
          <p:spPr>
            <a:xfrm>
              <a:off x="3222171" y="1360714"/>
              <a:ext cx="1415143" cy="1034143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dirty="0"/>
                <a:t>2</a:t>
              </a:r>
            </a:p>
          </p:txBody>
        </p:sp>
        <p:sp>
          <p:nvSpPr>
            <p:cNvPr id="12" name="טרפז 11">
              <a:extLst>
                <a:ext uri="{FF2B5EF4-FFF2-40B4-BE49-F238E27FC236}">
                  <a16:creationId xmlns:a16="http://schemas.microsoft.com/office/drawing/2014/main" id="{770492BB-38F7-15A2-1D1F-5FEC3D1DF74D}"/>
                </a:ext>
              </a:extLst>
            </p:cNvPr>
            <p:cNvSpPr/>
            <p:nvPr/>
          </p:nvSpPr>
          <p:spPr>
            <a:xfrm rot="16200000">
              <a:off x="4487636" y="1643742"/>
              <a:ext cx="767441" cy="468085"/>
            </a:xfrm>
            <a:prstGeom prst="trapezoid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grpSp>
        <p:nvGrpSpPr>
          <p:cNvPr id="13" name="קבוצה 12">
            <a:extLst>
              <a:ext uri="{FF2B5EF4-FFF2-40B4-BE49-F238E27FC236}">
                <a16:creationId xmlns:a16="http://schemas.microsoft.com/office/drawing/2014/main" id="{2BEA42AB-D682-79C0-6B43-F6B62893B0BC}"/>
              </a:ext>
            </a:extLst>
          </p:cNvPr>
          <p:cNvGrpSpPr/>
          <p:nvPr/>
        </p:nvGrpSpPr>
        <p:grpSpPr>
          <a:xfrm>
            <a:off x="717546" y="2998495"/>
            <a:ext cx="1328058" cy="642257"/>
            <a:chOff x="3222171" y="1360714"/>
            <a:chExt cx="1883228" cy="1034143"/>
          </a:xfrm>
        </p:grpSpPr>
        <p:sp>
          <p:nvSpPr>
            <p:cNvPr id="14" name="מלבן: פינות מעוגלות 13">
              <a:extLst>
                <a:ext uri="{FF2B5EF4-FFF2-40B4-BE49-F238E27FC236}">
                  <a16:creationId xmlns:a16="http://schemas.microsoft.com/office/drawing/2014/main" id="{532B3E33-C58B-9319-3560-55E0A07641AC}"/>
                </a:ext>
              </a:extLst>
            </p:cNvPr>
            <p:cNvSpPr/>
            <p:nvPr/>
          </p:nvSpPr>
          <p:spPr>
            <a:xfrm>
              <a:off x="3222171" y="1360714"/>
              <a:ext cx="1415143" cy="1034143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dirty="0"/>
                <a:t>3</a:t>
              </a:r>
            </a:p>
          </p:txBody>
        </p:sp>
        <p:sp>
          <p:nvSpPr>
            <p:cNvPr id="15" name="טרפז 14">
              <a:extLst>
                <a:ext uri="{FF2B5EF4-FFF2-40B4-BE49-F238E27FC236}">
                  <a16:creationId xmlns:a16="http://schemas.microsoft.com/office/drawing/2014/main" id="{B2C8E725-A0D3-163B-5F2A-496BCAFBF5C8}"/>
                </a:ext>
              </a:extLst>
            </p:cNvPr>
            <p:cNvSpPr/>
            <p:nvPr/>
          </p:nvSpPr>
          <p:spPr>
            <a:xfrm rot="16200000">
              <a:off x="4487636" y="1643742"/>
              <a:ext cx="767441" cy="468085"/>
            </a:xfrm>
            <a:prstGeom prst="trapezoid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pic>
        <p:nvPicPr>
          <p:cNvPr id="17" name="תמונה 16" descr="תמונה שמכילה קולב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ADE920D-5F94-B4C6-2C3D-B32A58B26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266" y="2233888"/>
            <a:ext cx="1405862" cy="1597919"/>
          </a:xfrm>
          <a:prstGeom prst="rect">
            <a:avLst/>
          </a:prstGeom>
        </p:spPr>
      </p:pic>
      <p:cxnSp>
        <p:nvCxnSpPr>
          <p:cNvPr id="19" name="מחבר: מרפקי 18">
            <a:extLst>
              <a:ext uri="{FF2B5EF4-FFF2-40B4-BE49-F238E27FC236}">
                <a16:creationId xmlns:a16="http://schemas.microsoft.com/office/drawing/2014/main" id="{9B43500A-9245-245C-EE7C-29BBD3431F3B}"/>
              </a:ext>
            </a:extLst>
          </p:cNvPr>
          <p:cNvCxnSpPr>
            <a:cxnSpLocks/>
          </p:cNvCxnSpPr>
          <p:nvPr/>
        </p:nvCxnSpPr>
        <p:spPr>
          <a:xfrm>
            <a:off x="5151612" y="1087709"/>
            <a:ext cx="5044728" cy="4545147"/>
          </a:xfrm>
          <a:prstGeom prst="bentConnector3">
            <a:avLst>
              <a:gd name="adj1" fmla="val 10035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מחבר: מרפקי 20">
            <a:extLst>
              <a:ext uri="{FF2B5EF4-FFF2-40B4-BE49-F238E27FC236}">
                <a16:creationId xmlns:a16="http://schemas.microsoft.com/office/drawing/2014/main" id="{E5445721-D8E2-A866-B21A-EC4F0534F858}"/>
              </a:ext>
            </a:extLst>
          </p:cNvPr>
          <p:cNvCxnSpPr>
            <a:cxnSpLocks/>
          </p:cNvCxnSpPr>
          <p:nvPr/>
        </p:nvCxnSpPr>
        <p:spPr>
          <a:xfrm>
            <a:off x="1216527" y="4499874"/>
            <a:ext cx="8581365" cy="1145682"/>
          </a:xfrm>
          <a:prstGeom prst="bentConnector3">
            <a:avLst>
              <a:gd name="adj1" fmla="val 5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מחבר: מרפקי 27">
            <a:extLst>
              <a:ext uri="{FF2B5EF4-FFF2-40B4-BE49-F238E27FC236}">
                <a16:creationId xmlns:a16="http://schemas.microsoft.com/office/drawing/2014/main" id="{1E343B07-36EB-8719-DBD2-99CD0CE9DE7A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9088590" y="3298623"/>
            <a:ext cx="922531" cy="2351063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תמונה 32" descr="תמונה שמכילה שרטוט, ציור, שרטוט טכני, תוכנית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0B857AD-0BB9-D90D-13DB-9DEBCB890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220" y="805104"/>
            <a:ext cx="827166" cy="531551"/>
          </a:xfrm>
          <a:prstGeom prst="rect">
            <a:avLst/>
          </a:prstGeom>
        </p:spPr>
      </p:pic>
      <p:pic>
        <p:nvPicPr>
          <p:cNvPr id="36" name="תמונה 35" descr="תמונה שמכילה שרטוט, ציור, שרטוט טכני, תוכנית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A97FA76-5226-0D27-3DF0-516C57407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1424" y="3032847"/>
            <a:ext cx="827166" cy="531551"/>
          </a:xfrm>
          <a:prstGeom prst="rect">
            <a:avLst/>
          </a:prstGeom>
        </p:spPr>
      </p:pic>
      <p:pic>
        <p:nvPicPr>
          <p:cNvPr id="39" name="תמונה 38" descr="תמונה שמכילה שרטוט, ציור, שרטוט טכני, תוכנית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FC1B13D6-D98B-1ACE-1EA4-35219A274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3" y="4028869"/>
            <a:ext cx="827166" cy="531551"/>
          </a:xfrm>
          <a:prstGeom prst="rect">
            <a:avLst/>
          </a:prstGeom>
        </p:spPr>
      </p:pic>
      <p:cxnSp>
        <p:nvCxnSpPr>
          <p:cNvPr id="41" name="מחבר ישר 40">
            <a:extLst>
              <a:ext uri="{FF2B5EF4-FFF2-40B4-BE49-F238E27FC236}">
                <a16:creationId xmlns:a16="http://schemas.microsoft.com/office/drawing/2014/main" id="{B0F49A6E-F530-F647-A4F9-EEC00E99234B}"/>
              </a:ext>
            </a:extLst>
          </p:cNvPr>
          <p:cNvCxnSpPr>
            <a:cxnSpLocks/>
            <a:stCxn id="7" idx="0"/>
            <a:endCxn id="33" idx="1"/>
          </p:cNvCxnSpPr>
          <p:nvPr/>
        </p:nvCxnSpPr>
        <p:spPr>
          <a:xfrm flipV="1">
            <a:off x="3990636" y="1070880"/>
            <a:ext cx="413584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מחבר ישר 45">
            <a:extLst>
              <a:ext uri="{FF2B5EF4-FFF2-40B4-BE49-F238E27FC236}">
                <a16:creationId xmlns:a16="http://schemas.microsoft.com/office/drawing/2014/main" id="{7CFE2A38-26CF-ABCF-01CE-6AAD0FC6BBA1}"/>
              </a:ext>
            </a:extLst>
          </p:cNvPr>
          <p:cNvCxnSpPr>
            <a:cxnSpLocks/>
          </p:cNvCxnSpPr>
          <p:nvPr/>
        </p:nvCxnSpPr>
        <p:spPr>
          <a:xfrm flipV="1">
            <a:off x="7834793" y="3286634"/>
            <a:ext cx="413584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מחבר ישר 46">
            <a:extLst>
              <a:ext uri="{FF2B5EF4-FFF2-40B4-BE49-F238E27FC236}">
                <a16:creationId xmlns:a16="http://schemas.microsoft.com/office/drawing/2014/main" id="{8E793151-5DD0-77BC-C409-EA02BCD6DD6E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1216527" y="3640752"/>
            <a:ext cx="1" cy="4232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" name="תמונה 50" descr="תמונה שמכילה חשמל, כבל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EDB7ACA-641A-8759-95CC-5A9581B4F3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94" y="5528683"/>
            <a:ext cx="850074" cy="511595"/>
          </a:xfrm>
          <a:prstGeom prst="rect">
            <a:avLst/>
          </a:prstGeom>
        </p:spPr>
      </p:pic>
      <p:pic>
        <p:nvPicPr>
          <p:cNvPr id="53" name="תמונה 52" descr="תמונה שמכילה חשמל, מכשיר פלט, מכשיר חשמלי, צג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34FD82E-3FEC-0E73-8A3C-7D251437B4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554" y="4003384"/>
            <a:ext cx="1312040" cy="1146558"/>
          </a:xfrm>
          <a:prstGeom prst="rect">
            <a:avLst/>
          </a:prstGeom>
        </p:spPr>
      </p:pic>
      <p:cxnSp>
        <p:nvCxnSpPr>
          <p:cNvPr id="55" name="מחבר: מרפקי 54">
            <a:extLst>
              <a:ext uri="{FF2B5EF4-FFF2-40B4-BE49-F238E27FC236}">
                <a16:creationId xmlns:a16="http://schemas.microsoft.com/office/drawing/2014/main" id="{5CBEE855-904C-D6CA-82F1-A59A280FDFAD}"/>
              </a:ext>
            </a:extLst>
          </p:cNvPr>
          <p:cNvCxnSpPr/>
          <p:nvPr/>
        </p:nvCxnSpPr>
        <p:spPr>
          <a:xfrm flipV="1">
            <a:off x="10369296" y="5219785"/>
            <a:ext cx="908304" cy="346015"/>
          </a:xfrm>
          <a:prstGeom prst="bentConnector3">
            <a:avLst>
              <a:gd name="adj1" fmla="val 9966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תיבת טקסט 58">
            <a:extLst>
              <a:ext uri="{FF2B5EF4-FFF2-40B4-BE49-F238E27FC236}">
                <a16:creationId xmlns:a16="http://schemas.microsoft.com/office/drawing/2014/main" id="{0476EF5D-DB75-0C81-786C-D4D64CAA0A76}"/>
              </a:ext>
            </a:extLst>
          </p:cNvPr>
          <p:cNvSpPr txBox="1"/>
          <p:nvPr/>
        </p:nvSpPr>
        <p:spPr>
          <a:xfrm>
            <a:off x="10725452" y="3639506"/>
            <a:ext cx="984244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400" dirty="0"/>
              <a:t>Master PC</a:t>
            </a:r>
            <a:endParaRPr lang="he-IL" sz="1400" dirty="0"/>
          </a:p>
        </p:txBody>
      </p:sp>
      <p:sp>
        <p:nvSpPr>
          <p:cNvPr id="60" name="תיבת טקסט 59">
            <a:extLst>
              <a:ext uri="{FF2B5EF4-FFF2-40B4-BE49-F238E27FC236}">
                <a16:creationId xmlns:a16="http://schemas.microsoft.com/office/drawing/2014/main" id="{B7F21C2C-B40D-54C6-F69A-8B3C2E92AD1E}"/>
              </a:ext>
            </a:extLst>
          </p:cNvPr>
          <p:cNvSpPr txBox="1"/>
          <p:nvPr/>
        </p:nvSpPr>
        <p:spPr>
          <a:xfrm>
            <a:off x="9158720" y="3011847"/>
            <a:ext cx="841898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400" dirty="0"/>
              <a:t>ethernet</a:t>
            </a:r>
            <a:endParaRPr lang="he-IL" sz="1400" dirty="0"/>
          </a:p>
        </p:txBody>
      </p:sp>
      <p:sp>
        <p:nvSpPr>
          <p:cNvPr id="61" name="תיבת טקסט 60">
            <a:extLst>
              <a:ext uri="{FF2B5EF4-FFF2-40B4-BE49-F238E27FC236}">
                <a16:creationId xmlns:a16="http://schemas.microsoft.com/office/drawing/2014/main" id="{AE5AC24E-39A4-50B0-8D53-DB7ABD5AA133}"/>
              </a:ext>
            </a:extLst>
          </p:cNvPr>
          <p:cNvSpPr txBox="1"/>
          <p:nvPr/>
        </p:nvSpPr>
        <p:spPr>
          <a:xfrm>
            <a:off x="10703697" y="5513820"/>
            <a:ext cx="841898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400" dirty="0"/>
              <a:t>ethernet</a:t>
            </a:r>
            <a:endParaRPr lang="he-IL" sz="1400" dirty="0"/>
          </a:p>
        </p:txBody>
      </p:sp>
      <p:sp>
        <p:nvSpPr>
          <p:cNvPr id="62" name="תיבת טקסט 61">
            <a:extLst>
              <a:ext uri="{FF2B5EF4-FFF2-40B4-BE49-F238E27FC236}">
                <a16:creationId xmlns:a16="http://schemas.microsoft.com/office/drawing/2014/main" id="{A7E91C1C-E0D6-9793-6144-DF74F91C8C78}"/>
              </a:ext>
            </a:extLst>
          </p:cNvPr>
          <p:cNvSpPr txBox="1"/>
          <p:nvPr/>
        </p:nvSpPr>
        <p:spPr>
          <a:xfrm>
            <a:off x="8073736" y="5339844"/>
            <a:ext cx="841898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400" dirty="0"/>
              <a:t>ethernet</a:t>
            </a:r>
            <a:endParaRPr lang="he-IL" sz="1400" dirty="0"/>
          </a:p>
        </p:txBody>
      </p:sp>
      <p:sp>
        <p:nvSpPr>
          <p:cNvPr id="63" name="תיבת טקסט 62">
            <a:extLst>
              <a:ext uri="{FF2B5EF4-FFF2-40B4-BE49-F238E27FC236}">
                <a16:creationId xmlns:a16="http://schemas.microsoft.com/office/drawing/2014/main" id="{8A3F7014-CC91-B586-4CA8-734488D5EA47}"/>
              </a:ext>
            </a:extLst>
          </p:cNvPr>
          <p:cNvSpPr txBox="1"/>
          <p:nvPr/>
        </p:nvSpPr>
        <p:spPr>
          <a:xfrm>
            <a:off x="3990636" y="727285"/>
            <a:ext cx="457177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400" dirty="0"/>
              <a:t>CSI</a:t>
            </a:r>
            <a:endParaRPr lang="he-IL" sz="1400" dirty="0"/>
          </a:p>
        </p:txBody>
      </p:sp>
      <p:sp>
        <p:nvSpPr>
          <p:cNvPr id="64" name="תיבת טקסט 63">
            <a:extLst>
              <a:ext uri="{FF2B5EF4-FFF2-40B4-BE49-F238E27FC236}">
                <a16:creationId xmlns:a16="http://schemas.microsoft.com/office/drawing/2014/main" id="{33672C3C-96C8-9476-5FC8-C9AD48C37A74}"/>
              </a:ext>
            </a:extLst>
          </p:cNvPr>
          <p:cNvSpPr txBox="1"/>
          <p:nvPr/>
        </p:nvSpPr>
        <p:spPr>
          <a:xfrm>
            <a:off x="1174856" y="3793394"/>
            <a:ext cx="457177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400" dirty="0"/>
              <a:t>CSI</a:t>
            </a:r>
            <a:endParaRPr lang="he-IL" sz="1400" dirty="0"/>
          </a:p>
        </p:txBody>
      </p:sp>
      <p:sp>
        <p:nvSpPr>
          <p:cNvPr id="65" name="תיבת טקסט 64">
            <a:extLst>
              <a:ext uri="{FF2B5EF4-FFF2-40B4-BE49-F238E27FC236}">
                <a16:creationId xmlns:a16="http://schemas.microsoft.com/office/drawing/2014/main" id="{F25721F4-C2CD-8086-792F-DB0317C7D498}"/>
              </a:ext>
            </a:extLst>
          </p:cNvPr>
          <p:cNvSpPr txBox="1"/>
          <p:nvPr/>
        </p:nvSpPr>
        <p:spPr>
          <a:xfrm>
            <a:off x="7825168" y="2999859"/>
            <a:ext cx="457177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400" dirty="0"/>
              <a:t>CSI</a:t>
            </a:r>
            <a:endParaRPr lang="he-IL" sz="1400" dirty="0"/>
          </a:p>
        </p:txBody>
      </p:sp>
      <p:sp>
        <p:nvSpPr>
          <p:cNvPr id="66" name="תיבת טקסט 65">
            <a:extLst>
              <a:ext uri="{FF2B5EF4-FFF2-40B4-BE49-F238E27FC236}">
                <a16:creationId xmlns:a16="http://schemas.microsoft.com/office/drawing/2014/main" id="{0846FF46-0B2B-1CA3-8E59-EFCC5468935B}"/>
              </a:ext>
            </a:extLst>
          </p:cNvPr>
          <p:cNvSpPr txBox="1"/>
          <p:nvPr/>
        </p:nvSpPr>
        <p:spPr>
          <a:xfrm>
            <a:off x="9040936" y="6153805"/>
            <a:ext cx="1387046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400" dirty="0"/>
              <a:t>ethernet switch</a:t>
            </a:r>
            <a:endParaRPr lang="he-IL" sz="1400" dirty="0"/>
          </a:p>
        </p:txBody>
      </p:sp>
      <p:sp>
        <p:nvSpPr>
          <p:cNvPr id="67" name="תיבת טקסט 66">
            <a:extLst>
              <a:ext uri="{FF2B5EF4-FFF2-40B4-BE49-F238E27FC236}">
                <a16:creationId xmlns:a16="http://schemas.microsoft.com/office/drawing/2014/main" id="{94C5CBDD-3FF6-D109-881D-17196C8543BE}"/>
              </a:ext>
            </a:extLst>
          </p:cNvPr>
          <p:cNvSpPr txBox="1"/>
          <p:nvPr/>
        </p:nvSpPr>
        <p:spPr>
          <a:xfrm>
            <a:off x="7810970" y="800014"/>
            <a:ext cx="841898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400" dirty="0"/>
              <a:t>ethernet</a:t>
            </a:r>
            <a:endParaRPr lang="he-IL" sz="1400" dirty="0"/>
          </a:p>
        </p:txBody>
      </p:sp>
      <p:sp>
        <p:nvSpPr>
          <p:cNvPr id="68" name="תיבת טקסט 67">
            <a:extLst>
              <a:ext uri="{FF2B5EF4-FFF2-40B4-BE49-F238E27FC236}">
                <a16:creationId xmlns:a16="http://schemas.microsoft.com/office/drawing/2014/main" id="{0F80C044-D8C7-0F86-6C2B-7A709CA99944}"/>
              </a:ext>
            </a:extLst>
          </p:cNvPr>
          <p:cNvSpPr txBox="1"/>
          <p:nvPr/>
        </p:nvSpPr>
        <p:spPr>
          <a:xfrm>
            <a:off x="4277330" y="549931"/>
            <a:ext cx="1124540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400" dirty="0" err="1"/>
              <a:t>RaspberryPi</a:t>
            </a:r>
            <a:endParaRPr lang="he-IL" sz="1400" dirty="0"/>
          </a:p>
        </p:txBody>
      </p:sp>
      <p:sp>
        <p:nvSpPr>
          <p:cNvPr id="69" name="תיבת טקסט 68">
            <a:extLst>
              <a:ext uri="{FF2B5EF4-FFF2-40B4-BE49-F238E27FC236}">
                <a16:creationId xmlns:a16="http://schemas.microsoft.com/office/drawing/2014/main" id="{8C79D2C8-B790-159C-EF8D-329BFFF4FB00}"/>
              </a:ext>
            </a:extLst>
          </p:cNvPr>
          <p:cNvSpPr txBox="1"/>
          <p:nvPr/>
        </p:nvSpPr>
        <p:spPr>
          <a:xfrm>
            <a:off x="1216527" y="4582846"/>
            <a:ext cx="1124540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400" dirty="0" err="1"/>
              <a:t>RaspberryPi</a:t>
            </a:r>
            <a:endParaRPr lang="he-IL" sz="1400" dirty="0"/>
          </a:p>
        </p:txBody>
      </p:sp>
      <p:sp>
        <p:nvSpPr>
          <p:cNvPr id="70" name="תיבת טקסט 69">
            <a:extLst>
              <a:ext uri="{FF2B5EF4-FFF2-40B4-BE49-F238E27FC236}">
                <a16:creationId xmlns:a16="http://schemas.microsoft.com/office/drawing/2014/main" id="{D0AA9AF4-6284-0EC5-4784-38E8E96DA7AE}"/>
              </a:ext>
            </a:extLst>
          </p:cNvPr>
          <p:cNvSpPr txBox="1"/>
          <p:nvPr/>
        </p:nvSpPr>
        <p:spPr>
          <a:xfrm>
            <a:off x="8112737" y="2777674"/>
            <a:ext cx="1124540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400" dirty="0" err="1"/>
              <a:t>RaspberryPi</a:t>
            </a:r>
            <a:endParaRPr lang="he-IL" sz="1400" dirty="0"/>
          </a:p>
        </p:txBody>
      </p:sp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8792AEE2-1BCC-E66E-DBFC-C7A6CBA05D31}"/>
              </a:ext>
            </a:extLst>
          </p:cNvPr>
          <p:cNvGrpSpPr/>
          <p:nvPr/>
        </p:nvGrpSpPr>
        <p:grpSpPr>
          <a:xfrm rot="10800000" flipV="1">
            <a:off x="6482912" y="3839325"/>
            <a:ext cx="1328058" cy="642257"/>
            <a:chOff x="3222171" y="1360714"/>
            <a:chExt cx="1883228" cy="1034143"/>
          </a:xfrm>
        </p:grpSpPr>
        <p:sp>
          <p:nvSpPr>
            <p:cNvPr id="4" name="מלבן: פינות מעוגלות 3">
              <a:extLst>
                <a:ext uri="{FF2B5EF4-FFF2-40B4-BE49-F238E27FC236}">
                  <a16:creationId xmlns:a16="http://schemas.microsoft.com/office/drawing/2014/main" id="{70D33271-ED08-0BD7-3360-FABDF15D7DFB}"/>
                </a:ext>
              </a:extLst>
            </p:cNvPr>
            <p:cNvSpPr/>
            <p:nvPr/>
          </p:nvSpPr>
          <p:spPr>
            <a:xfrm>
              <a:off x="3222171" y="1360714"/>
              <a:ext cx="1415143" cy="1034143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dirty="0"/>
                <a:t>4</a:t>
              </a:r>
            </a:p>
          </p:txBody>
        </p:sp>
        <p:sp>
          <p:nvSpPr>
            <p:cNvPr id="5" name="טרפז 4">
              <a:extLst>
                <a:ext uri="{FF2B5EF4-FFF2-40B4-BE49-F238E27FC236}">
                  <a16:creationId xmlns:a16="http://schemas.microsoft.com/office/drawing/2014/main" id="{E9776E09-8CE8-E334-6571-81043E5718B4}"/>
                </a:ext>
              </a:extLst>
            </p:cNvPr>
            <p:cNvSpPr/>
            <p:nvPr/>
          </p:nvSpPr>
          <p:spPr>
            <a:xfrm rot="16200000">
              <a:off x="4487636" y="1643742"/>
              <a:ext cx="767441" cy="468085"/>
            </a:xfrm>
            <a:prstGeom prst="trapezoid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pic>
        <p:nvPicPr>
          <p:cNvPr id="6" name="תמונה 5" descr="תמונה שמכילה שרטוט, ציור, שרטוט טכני, תוכנית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D40853F-A186-6AA8-C057-265140E8D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1424" y="3894679"/>
            <a:ext cx="827166" cy="531551"/>
          </a:xfrm>
          <a:prstGeom prst="rect">
            <a:avLst/>
          </a:prstGeom>
        </p:spPr>
      </p:pic>
      <p:cxnSp>
        <p:nvCxnSpPr>
          <p:cNvPr id="16" name="מחבר ישר 15">
            <a:extLst>
              <a:ext uri="{FF2B5EF4-FFF2-40B4-BE49-F238E27FC236}">
                <a16:creationId xmlns:a16="http://schemas.microsoft.com/office/drawing/2014/main" id="{A18E8366-A8AB-A856-BA5C-A2DEC6B3C19F}"/>
              </a:ext>
            </a:extLst>
          </p:cNvPr>
          <p:cNvCxnSpPr>
            <a:cxnSpLocks/>
          </p:cNvCxnSpPr>
          <p:nvPr/>
        </p:nvCxnSpPr>
        <p:spPr>
          <a:xfrm flipV="1">
            <a:off x="7834793" y="4148466"/>
            <a:ext cx="413584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5C42D0B9-356A-259D-F2B6-9074BC62766B}"/>
              </a:ext>
            </a:extLst>
          </p:cNvPr>
          <p:cNvSpPr txBox="1"/>
          <p:nvPr/>
        </p:nvSpPr>
        <p:spPr>
          <a:xfrm>
            <a:off x="9158720" y="3873679"/>
            <a:ext cx="841898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400" dirty="0"/>
              <a:t>ethernet</a:t>
            </a:r>
            <a:endParaRPr lang="he-IL" sz="1400" dirty="0"/>
          </a:p>
        </p:txBody>
      </p: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9C1A2889-BD91-F88C-D094-FC411380BC7B}"/>
              </a:ext>
            </a:extLst>
          </p:cNvPr>
          <p:cNvSpPr txBox="1"/>
          <p:nvPr/>
        </p:nvSpPr>
        <p:spPr>
          <a:xfrm>
            <a:off x="7825168" y="3861691"/>
            <a:ext cx="457177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400" dirty="0"/>
              <a:t>CSI</a:t>
            </a:r>
            <a:endParaRPr lang="he-IL" sz="1400" dirty="0"/>
          </a:p>
        </p:txBody>
      </p:sp>
      <p:sp>
        <p:nvSpPr>
          <p:cNvPr id="22" name="תיבת טקסט 21">
            <a:extLst>
              <a:ext uri="{FF2B5EF4-FFF2-40B4-BE49-F238E27FC236}">
                <a16:creationId xmlns:a16="http://schemas.microsoft.com/office/drawing/2014/main" id="{5787F407-6A7A-9ABF-210F-C276A5DAB98C}"/>
              </a:ext>
            </a:extLst>
          </p:cNvPr>
          <p:cNvSpPr txBox="1"/>
          <p:nvPr/>
        </p:nvSpPr>
        <p:spPr>
          <a:xfrm>
            <a:off x="8112737" y="3639506"/>
            <a:ext cx="1124540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400" dirty="0" err="1"/>
              <a:t>RaspberryPi</a:t>
            </a:r>
            <a:endParaRPr lang="he-IL" sz="1400" dirty="0"/>
          </a:p>
        </p:txBody>
      </p:sp>
      <p:cxnSp>
        <p:nvCxnSpPr>
          <p:cNvPr id="26" name="מחבר: מרפקי 25">
            <a:extLst>
              <a:ext uri="{FF2B5EF4-FFF2-40B4-BE49-F238E27FC236}">
                <a16:creationId xmlns:a16="http://schemas.microsoft.com/office/drawing/2014/main" id="{EF2E58F7-7C0C-7826-A06E-10E110D57906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9088590" y="4160455"/>
            <a:ext cx="1043703" cy="1426346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4255989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21</Words>
  <Application>Microsoft Office PowerPoint</Application>
  <PresentationFormat>מסך רחב</PresentationFormat>
  <Paragraphs>19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גרשון בר-און</dc:creator>
  <cp:lastModifiedBy>גרשון בר-און</cp:lastModifiedBy>
  <cp:revision>1</cp:revision>
  <dcterms:created xsi:type="dcterms:W3CDTF">2025-12-07T10:48:28Z</dcterms:created>
  <dcterms:modified xsi:type="dcterms:W3CDTF">2026-09-09T07:56:59Z</dcterms:modified>
</cp:coreProperties>
</file>